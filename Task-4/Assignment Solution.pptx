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CDCB-23FF-A7F3-C440-6A6ED93F3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7277D-8856-CA5B-D387-65351EB7E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02283-DB61-52F0-E311-D7FF3687C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8C4CF-9169-22A4-1683-752317BA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DAE9-8DC8-C602-4C02-697A0380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47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7D8-BB38-6909-D7AC-D2EEE8C90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7997E-E2D6-88C5-E786-EC3B49B48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EE1D8-13D3-3BA7-1DAB-5D23B6C1F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BE92-FFF7-1850-EC0B-A8B2EE45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DA5B-E10C-C503-0B15-2A79D125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7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CB81D-012A-9721-7750-FFD2AE1F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0C72F-6F65-C27B-4DB2-69D3FFEF9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568B-D449-1573-8D19-FE672EDD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732A4-1BF6-6371-0654-D40C150B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7F728-C2A1-3688-E954-69F3A52B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760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7B5D-5FA1-F46C-5F41-28EC313C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D7686-5068-53AC-1BE1-46A23BE1AB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657DB-350A-C5FE-544F-100AA3234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00368-8B39-BB84-7036-F67DD07B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B808A-3CDE-FDF2-FE57-E94B789D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8ACC1-9426-926F-32C0-A97FD8CC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84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DF05-2535-9D5E-34A0-CF7E0F49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5046C-922D-DE3E-FCD8-EFA453D8E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D96A5-05AC-B2B1-3BCF-D5D485A11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66ED8-F06E-E7FA-21CF-188016516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598E5-0964-5265-0712-34410A6C0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792280-8BC2-C224-9F9E-FFD843C9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3B43F-E28D-76D9-3193-D05052E0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BA727-C6B9-76C4-9A8B-54B56A92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8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EE6B-EA41-24C3-AEE7-A9E14F3E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23933-C349-C18E-6FD4-1113275A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85476-8B63-AD90-2771-81F54F486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B4BB0-7D32-FA23-6CB3-35351642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05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12F92-6942-D39D-5312-981927BD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DC55A-D5FC-B626-C806-E49F32193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404CE-8C65-5E95-6053-43EE6FF4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2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BBD1-B49A-B51B-9E14-E4F1E8A7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B3ACC-FB08-BD00-4A88-5D02590B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CB148-98E0-713F-F3EF-1E6B1E2BE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A1F26-04CA-26D1-0F93-92FD4510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83AC2-F5C9-92D9-7FDF-FEA4FA04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0D828-BF27-84A3-7611-C7EA8BBF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117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5DBA-6561-0F6E-DE25-463C21A2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8EA3D2-C3A4-30AA-B7C9-D15319A4A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71DBE-A2A1-5D2E-E2FA-45A075498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13C3F-6964-1B4C-BE41-1C75028A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CD3FE-18BA-315B-E014-E654A826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0769A-5EA3-4986-C6A0-DC513CA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7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E9D9-14FB-5A80-52AE-A2460C72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2C366-176C-CD00-A275-0A7E02A70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47FD1-D1E9-9F64-6946-F76528F76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90BE-58C2-CBF0-17F9-C094C7B6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17555-FBD9-B277-690A-371CAA45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9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7D45C-0C63-74B4-46F5-06EE024DE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9F275-75A3-27D4-83BB-8A997D7E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60A9B-7B4D-C8F0-0C59-53E604B7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92A2A-225F-BC47-21AC-B6118B20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F2783-AD74-95FA-BFC9-5DA0E2B7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96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ECF2C4-1160-2B72-548B-CE008F71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92697-41F9-B5F0-0AA7-6D2EF1822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782AC-FB8C-8456-4A1E-7F5521968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01BBB-CD13-4CB3-A2A9-944B63221C9A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117E-CE61-F335-1CBB-E1465DF84D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EBFC6-E572-547A-9D96-77DD3340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CD117-D663-44A6-BAAB-54D26BB544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26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8E599-23E5-B2D2-8705-41277EC09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6517"/>
            <a:ext cx="9144000" cy="1080655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/>
              <a:t>Data Visualization and Data Analyst – Internship</a:t>
            </a:r>
            <a:br>
              <a:rPr lang="en-IN" dirty="0"/>
            </a:br>
            <a:endParaRPr lang="en-IN" sz="3200" dirty="0"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59643-67F8-DD28-DFA0-4281F26B0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3918"/>
            <a:ext cx="9144000" cy="172489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Course: </a:t>
            </a:r>
            <a:r>
              <a:rPr lang="en-IN" dirty="0"/>
              <a:t>Task 4: Store Forecasting Sales and Data Analysis</a:t>
            </a:r>
          </a:p>
          <a:p>
            <a:r>
              <a:rPr lang="en-IN" b="1" dirty="0"/>
              <a:t>Tool: </a:t>
            </a:r>
            <a:r>
              <a:rPr lang="en-IN" dirty="0"/>
              <a:t>Tableau</a:t>
            </a:r>
          </a:p>
          <a:p>
            <a:r>
              <a:rPr lang="en-IN" b="1" dirty="0"/>
              <a:t>Name: </a:t>
            </a:r>
            <a:r>
              <a:rPr lang="en-IN" dirty="0"/>
              <a:t>Sakshi Agrawal</a:t>
            </a:r>
          </a:p>
          <a:p>
            <a:r>
              <a:rPr lang="en-IN" b="1" dirty="0"/>
              <a:t>Date: </a:t>
            </a:r>
            <a:r>
              <a:rPr lang="en-IN" dirty="0"/>
              <a:t>17</a:t>
            </a:r>
            <a:r>
              <a:rPr lang="en-IN" baseline="30000" dirty="0"/>
              <a:t>th</a:t>
            </a:r>
            <a:r>
              <a:rPr lang="en-IN" dirty="0"/>
              <a:t> Feb, 2026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08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90405-FE84-7E71-80DD-265A172C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>
            <a:normAutofit/>
          </a:bodyPr>
          <a:lstStyle/>
          <a:p>
            <a:r>
              <a:rPr lang="en-IN" sz="3200" b="1" dirty="0"/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2DE57-ACEA-9950-EBBA-51B9CAC1F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 of Dashboard</a:t>
            </a:r>
          </a:p>
          <a:p>
            <a:r>
              <a:rPr lang="en-US" dirty="0"/>
              <a:t>Monitor Sales &amp; Profit performance over time</a:t>
            </a:r>
          </a:p>
          <a:p>
            <a:r>
              <a:rPr lang="en-US" dirty="0"/>
              <a:t>Identify loss-making periods</a:t>
            </a:r>
          </a:p>
          <a:p>
            <a:r>
              <a:rPr lang="en-US" dirty="0"/>
              <a:t>Analyze category &amp; regional performance</a:t>
            </a:r>
          </a:p>
          <a:p>
            <a:r>
              <a:rPr lang="en-US" dirty="0"/>
              <a:t>Understand discount impact on profitability</a:t>
            </a:r>
          </a:p>
          <a:p>
            <a:r>
              <a:rPr lang="en-US" dirty="0"/>
              <a:t>Support data-driven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106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D7FC-EDC5-EAE2-3F58-E8B753710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6104"/>
          </a:xfrm>
        </p:spPr>
        <p:txBody>
          <a:bodyPr>
            <a:normAutofit/>
          </a:bodyPr>
          <a:lstStyle/>
          <a:p>
            <a:r>
              <a:rPr lang="en-IN" sz="3600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B6DB-7490-7D94-5D3F-9998F4344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59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Dataset Summary</a:t>
            </a:r>
          </a:p>
          <a:p>
            <a:r>
              <a:rPr lang="en-US" dirty="0"/>
              <a:t>Total Records: 2132</a:t>
            </a:r>
          </a:p>
          <a:p>
            <a:r>
              <a:rPr lang="en-US" dirty="0"/>
              <a:t>Time Period: 2013–2017</a:t>
            </a:r>
          </a:p>
          <a:p>
            <a:r>
              <a:rPr lang="en-US" dirty="0"/>
              <a:t>Key Fields:</a:t>
            </a:r>
          </a:p>
          <a:p>
            <a:pPr lvl="1"/>
            <a:r>
              <a:rPr lang="en-US" dirty="0"/>
              <a:t>Sales</a:t>
            </a:r>
          </a:p>
          <a:p>
            <a:pPr lvl="1"/>
            <a:r>
              <a:rPr lang="en-US" dirty="0"/>
              <a:t>Profit</a:t>
            </a:r>
          </a:p>
          <a:p>
            <a:pPr lvl="1"/>
            <a:r>
              <a:rPr lang="en-US" dirty="0"/>
              <a:t>Discount</a:t>
            </a:r>
          </a:p>
          <a:p>
            <a:pPr lvl="1"/>
            <a:r>
              <a:rPr lang="en-US" dirty="0"/>
              <a:t>Category / Sub-Category</a:t>
            </a:r>
          </a:p>
          <a:p>
            <a:pPr lvl="1"/>
            <a:r>
              <a:rPr lang="en-US" dirty="0"/>
              <a:t>Region / State</a:t>
            </a:r>
          </a:p>
          <a:p>
            <a:pPr lvl="1"/>
            <a:r>
              <a:rPr lang="en-US" dirty="0"/>
              <a:t>Order Date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864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F3A9-BD68-B291-D356-5E57E47C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r>
              <a:rPr lang="en-IN" sz="3600" b="1" dirty="0"/>
              <a:t>KPI Card Dashboards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9EC222-5CEA-44DA-793E-007636700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436" b="8056"/>
          <a:stretch>
            <a:fillRect/>
          </a:stretch>
        </p:blipFill>
        <p:spPr bwMode="auto">
          <a:xfrm>
            <a:off x="1126140" y="1555461"/>
            <a:ext cx="8942192" cy="4351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8802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599C-04DF-CD17-0DAC-F6AE3DC6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7B69-DFDC-92DA-FE96-FAAAE0981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r>
              <a:rPr lang="en-IN" sz="3600" b="1" dirty="0"/>
              <a:t>KPI Card Dashboards – Total Profit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69FC41-D592-865C-5C3C-1BFC9BFD6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509" b="7820"/>
          <a:stretch>
            <a:fillRect/>
          </a:stretch>
        </p:blipFill>
        <p:spPr bwMode="auto">
          <a:xfrm>
            <a:off x="1365150" y="1609315"/>
            <a:ext cx="9245392" cy="43513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5728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888E9-82DE-3AF9-58AB-DB565D15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90EB-BD5B-A79A-95C3-DD59405C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r>
              <a:rPr lang="en-IN" sz="3600" b="1" dirty="0"/>
              <a:t>KPI Card Dashboards – Total Sales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47399B-BACA-CEE2-58A5-A3C3CB5E1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65" t="9218" r="952" b="7479"/>
          <a:stretch>
            <a:fillRect/>
          </a:stretch>
        </p:blipFill>
        <p:spPr bwMode="auto">
          <a:xfrm>
            <a:off x="1773141" y="1573162"/>
            <a:ext cx="8645717" cy="429669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2388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C85E-F6B7-D1E8-3344-6238CE61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1F374-A6EE-4E7B-FAEF-4EA3499C1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>
            <a:normAutofit/>
          </a:bodyPr>
          <a:lstStyle/>
          <a:p>
            <a:r>
              <a:rPr lang="en-IN" sz="3600" b="1" dirty="0"/>
              <a:t>KPI Card Dashboards – Total Orders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F49F36-3E65-859A-99FF-1490969DE3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258" y="1474839"/>
            <a:ext cx="7433187" cy="47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3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605C-E2A9-91B7-C57A-5B993AD1D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US" sz="3600" b="1" dirty="0"/>
              <a:t>Time-Series Analysis (Sales &amp; Profit Trend)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69A42B-E599-8462-3B58-CF87C69B9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4503" y="1648645"/>
            <a:ext cx="8681884" cy="471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7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4014A-FFE6-3682-6D62-CB7C973F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CE6F-E40C-B89F-A680-16D7969C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Profit vs Loss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73F6C1-0EDC-8F9D-1AF3-C33B8AC72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2090" y="1465006"/>
            <a:ext cx="7384026" cy="46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5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2533A-7542-85F7-01EA-C803D372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CD48-2A81-A9A4-B2CA-16AA001A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Category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F7DB22-FC40-31E1-DFB8-182C20338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323" y="1484671"/>
            <a:ext cx="8455741" cy="47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7BED6-15DE-40B3-68D5-3A4E72AF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A5ED-72CA-363A-743D-E1C3299D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Regional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E7103C-7654-1594-E4B7-E1D6A100A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897" y="1425677"/>
            <a:ext cx="9527458" cy="475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3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BC15F-ED86-AD36-7772-1525A791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038F9-0E51-E291-DD5C-7CB649FE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Discount Impact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D4A6A7-8676-B008-FE21-83B105AD2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741" r="14866" b="7673"/>
          <a:stretch>
            <a:fillRect/>
          </a:stretch>
        </p:blipFill>
        <p:spPr>
          <a:xfrm>
            <a:off x="1907458" y="1494503"/>
            <a:ext cx="8377084" cy="469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8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DD8C-B969-E41A-5D83-92EEC76B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D36B-44CF-0C21-ADA6-82D03014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Discount Impact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B11C16-ED23-CC46-3B95-249CA2E04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4" t="9563" r="14920" b="7961"/>
          <a:stretch>
            <a:fillRect/>
          </a:stretch>
        </p:blipFill>
        <p:spPr>
          <a:xfrm>
            <a:off x="2192594" y="1474838"/>
            <a:ext cx="8052619" cy="469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71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5D2BF-9C83-B1A4-274E-DED2A4B6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533F-76C6-90A3-FB35-3EAF11A3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rmAutofit/>
          </a:bodyPr>
          <a:lstStyle/>
          <a:p>
            <a:r>
              <a:rPr lang="en-IN" sz="3600" b="1" dirty="0"/>
              <a:t>Dashboard Interactivity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915479-EFDF-1AF7-F7A5-AD4F7798FF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677" y="1396181"/>
            <a:ext cx="8652387" cy="47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9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132</Words>
  <Application>Microsoft Office PowerPoint</Application>
  <PresentationFormat>Widescreen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Data Visualization and Data Analyst – Internship </vt:lpstr>
      <vt:lpstr>Business Objective</vt:lpstr>
      <vt:lpstr>Dataset Overview</vt:lpstr>
      <vt:lpstr>KPI Card Dashboards</vt:lpstr>
      <vt:lpstr>KPI Card Dashboards – Total Profit</vt:lpstr>
      <vt:lpstr>KPI Card Dashboards – Total Sales</vt:lpstr>
      <vt:lpstr>KPI Card Dashboards – Total Orders</vt:lpstr>
      <vt:lpstr>Time-Series Analysis (Sales &amp; Profit Trend)</vt:lpstr>
      <vt:lpstr>Profit vs Loss Analysis</vt:lpstr>
      <vt:lpstr>Category Performance</vt:lpstr>
      <vt:lpstr>Regional Performance</vt:lpstr>
      <vt:lpstr>Discount Impact Analysis</vt:lpstr>
      <vt:lpstr>Discount Impact Analysis</vt:lpstr>
      <vt:lpstr>Dashboard Interactivity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Agrawal</dc:creator>
  <cp:lastModifiedBy>Sakshi Agrawal</cp:lastModifiedBy>
  <cp:revision>7</cp:revision>
  <dcterms:created xsi:type="dcterms:W3CDTF">2026-02-17T11:03:23Z</dcterms:created>
  <dcterms:modified xsi:type="dcterms:W3CDTF">2026-02-18T08:41:15Z</dcterms:modified>
</cp:coreProperties>
</file>